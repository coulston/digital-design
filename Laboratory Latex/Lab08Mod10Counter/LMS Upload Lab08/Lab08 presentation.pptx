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2" r:id="rId2"/>
    <p:sldId id="538" r:id="rId3"/>
    <p:sldId id="557" r:id="rId4"/>
    <p:sldId id="593" r:id="rId5"/>
    <p:sldId id="636" r:id="rId6"/>
    <p:sldId id="637" r:id="rId7"/>
    <p:sldId id="6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177" autoAdjust="0"/>
  </p:normalViewPr>
  <p:slideViewPr>
    <p:cSldViewPr snapToGrid="0" snapToObjects="1">
      <p:cViewPr varScale="1">
        <p:scale>
          <a:sx n="71" d="100"/>
          <a:sy n="71" d="100"/>
        </p:scale>
        <p:origin x="13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8463" y="696913"/>
            <a:ext cx="6188075" cy="3481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Talk about the input is transformed into the output using the system architecture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8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1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 10 Counter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objective of this lab is to design a mod10 counter that you will use as part of a digital stopwatch to represent the digits of a stopwatch.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 10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5716" cy="4181770"/>
          </a:xfrm>
        </p:spPr>
        <p:txBody>
          <a:bodyPr>
            <a:normAutofit/>
          </a:bodyPr>
          <a:lstStyle/>
          <a:p>
            <a:r>
              <a:rPr lang="en-US" dirty="0"/>
              <a:t>When enabled, counts up from 0 to 9 and then back to 0. </a:t>
            </a:r>
          </a:p>
          <a:p>
            <a:r>
              <a:rPr lang="en-US" dirty="0"/>
              <a:t>When it counts up from 9 to 0, we say that it rolls over. </a:t>
            </a:r>
          </a:p>
          <a:p>
            <a:r>
              <a:rPr lang="en-US" dirty="0"/>
              <a:t>A roll over is accompanied by assertion of an output called roll.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CF76B-C3AF-B486-FACA-0218BC4DF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" y="3429000"/>
            <a:ext cx="6692400" cy="2578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CED5D-EBA3-FC49-0A86-CF378B9A3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560" y="4350045"/>
            <a:ext cx="40005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25625"/>
            <a:ext cx="6041065" cy="4351338"/>
          </a:xfrm>
        </p:spPr>
        <p:txBody>
          <a:bodyPr/>
          <a:lstStyle/>
          <a:p>
            <a:r>
              <a:rPr lang="en-US" dirty="0"/>
              <a:t>You have been provided with the building blocks shown here.</a:t>
            </a:r>
          </a:p>
          <a:p>
            <a:r>
              <a:rPr lang="en-US" dirty="0"/>
              <a:t>You will wire them and need to define the logic inside the always/case. </a:t>
            </a:r>
          </a:p>
          <a:p>
            <a:r>
              <a:rPr lang="en-US" dirty="0"/>
              <a:t>Roll logic is combinational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" t="3465" r="1648" b="4619"/>
          <a:stretch>
            <a:fillRect/>
          </a:stretch>
        </p:blipFill>
        <p:spPr bwMode="auto">
          <a:xfrm>
            <a:off x="6793156" y="1910686"/>
            <a:ext cx="4744499" cy="416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17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Work simulation by hand:</a:t>
            </a:r>
          </a:p>
          <a:p>
            <a:r>
              <a:rPr lang="en-US" dirty="0"/>
              <a:t>Use Do file to setup traces of your simulation</a:t>
            </a:r>
          </a:p>
          <a:p>
            <a:r>
              <a:rPr lang="en-US" dirty="0"/>
              <a:t>Run simulation, should equal worked values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72" y="3721395"/>
            <a:ext cx="10851228" cy="2302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65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 synthesis this week.</a:t>
            </a:r>
          </a:p>
        </p:txBody>
      </p:sp>
    </p:spTree>
    <p:extLst>
      <p:ext uri="{BB962C8B-B14F-4D97-AF65-F5344CB8AC3E}">
        <p14:creationId xmlns:p14="http://schemas.microsoft.com/office/powerpoint/2010/main" val="8868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Mod10 Counter Verilog</a:t>
            </a:r>
          </a:p>
          <a:p>
            <a:r>
              <a:rPr lang="en-US" sz="2600" dirty="0"/>
              <a:t>Complete Table 3 and Table 4.</a:t>
            </a:r>
          </a:p>
          <a:p>
            <a:r>
              <a:rPr lang="en-US" sz="2600" dirty="0"/>
              <a:t>Verilog code for the body of the </a:t>
            </a:r>
            <a:r>
              <a:rPr lang="en-US" sz="2600" dirty="0" err="1"/>
              <a:t>datapath</a:t>
            </a:r>
            <a:r>
              <a:rPr lang="en-US" sz="2600" dirty="0"/>
              <a:t> module.</a:t>
            </a:r>
          </a:p>
          <a:p>
            <a:r>
              <a:rPr lang="en-US" sz="2600" dirty="0"/>
              <a:t>Timing diagram of the mod10counter in Questa using the testbench with do file.</a:t>
            </a:r>
          </a:p>
          <a:p>
            <a:r>
              <a:rPr lang="en-US" sz="2600" dirty="0"/>
              <a:t>Do file. Refer to “How to use a do file” on canvas in the Lab module</a:t>
            </a:r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27CAA-9FBD-84F6-4008-70AD7452C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589" y="1253331"/>
            <a:ext cx="3502827" cy="4351338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FAE617-561D-942C-91B8-98F67BB72AE3}"/>
              </a:ext>
            </a:extLst>
          </p:cNvPr>
          <p:cNvSpPr/>
          <p:nvPr/>
        </p:nvSpPr>
        <p:spPr>
          <a:xfrm>
            <a:off x="7463408" y="4487316"/>
            <a:ext cx="2744974" cy="5954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4" ma:contentTypeDescription="Create a new document." ma:contentTypeScope="" ma:versionID="7cf91cfbbb95f6a96570d60e75c72ffc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c4d2bc7168481ec1b6459602e6b1a3df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0CFC56-8203-45EB-AD02-ECDE1A1804A2}"/>
</file>

<file path=customXml/itemProps2.xml><?xml version="1.0" encoding="utf-8"?>
<ds:datastoreItem xmlns:ds="http://schemas.openxmlformats.org/officeDocument/2006/customXml" ds:itemID="{3F96BDA7-E4DB-4675-A01D-438D6D267C24}"/>
</file>

<file path=customXml/itemProps3.xml><?xml version="1.0" encoding="utf-8"?>
<ds:datastoreItem xmlns:ds="http://schemas.openxmlformats.org/officeDocument/2006/customXml" ds:itemID="{930515E8-D781-4B59-8E1F-0013D180537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3266</TotalTime>
  <Words>253</Words>
  <Application>Microsoft Office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Gotham</vt:lpstr>
      <vt:lpstr>Gotham Book</vt:lpstr>
      <vt:lpstr>Office Theme</vt:lpstr>
      <vt:lpstr>EENG 284 Lab 08</vt:lpstr>
      <vt:lpstr>Lab Objectives</vt:lpstr>
      <vt:lpstr>Mod 10 Counter</vt:lpstr>
      <vt:lpstr>System architecture</vt:lpstr>
      <vt:lpstr>Simulation</vt:lpstr>
      <vt:lpstr>Synthesis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92</cp:revision>
  <dcterms:created xsi:type="dcterms:W3CDTF">2017-08-01T15:06:47Z</dcterms:created>
  <dcterms:modified xsi:type="dcterms:W3CDTF">2025-11-10T21:33:47Z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