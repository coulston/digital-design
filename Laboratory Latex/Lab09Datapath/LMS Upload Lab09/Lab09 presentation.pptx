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2" r:id="rId2"/>
    <p:sldId id="538" r:id="rId3"/>
    <p:sldId id="557" r:id="rId4"/>
    <p:sldId id="638" r:id="rId5"/>
    <p:sldId id="593" r:id="rId6"/>
    <p:sldId id="635" r:id="rId7"/>
    <p:sldId id="639" r:id="rId8"/>
    <p:sldId id="636" r:id="rId9"/>
    <p:sldId id="637" r:id="rId10"/>
    <p:sldId id="6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1880" autoAdjust="0"/>
  </p:normalViewPr>
  <p:slideViewPr>
    <p:cSldViewPr snapToGrid="0" snapToObjects="1">
      <p:cViewPr varScale="1">
        <p:scale>
          <a:sx n="87" d="100"/>
          <a:sy n="87" d="100"/>
        </p:scale>
        <p:origin x="78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50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8463" y="696913"/>
            <a:ext cx="6188075" cy="3481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Talk about the input is transformed into the output using the system architecture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85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9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8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10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Datapath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r>
              <a:rPr lang="en-US" dirty="0"/>
              <a:t>The objective of this lab is to design a </a:t>
            </a:r>
            <a:r>
              <a:rPr lang="en-US" dirty="0" err="1"/>
              <a:t>datapath</a:t>
            </a:r>
            <a:r>
              <a:rPr lang="en-US" dirty="0"/>
              <a:t> to store and manipulate the information need to run a stopwatch.</a:t>
            </a:r>
          </a:p>
          <a:p>
            <a:pPr lvl="1"/>
            <a:r>
              <a:rPr lang="en-US" dirty="0"/>
              <a:t>Lab 8 - Mod10 Counter</a:t>
            </a:r>
          </a:p>
          <a:p>
            <a:pPr lvl="1"/>
            <a:r>
              <a:rPr lang="en-US" dirty="0"/>
              <a:t>Lab 9 - Stop Watch </a:t>
            </a:r>
            <a:r>
              <a:rPr lang="en-US" dirty="0" err="1"/>
              <a:t>Datapath</a:t>
            </a:r>
            <a:endParaRPr lang="en-US" dirty="0"/>
          </a:p>
          <a:p>
            <a:pPr lvl="1"/>
            <a:r>
              <a:rPr lang="en-US" dirty="0"/>
              <a:t>Lab 10 - Stopwatch Control Unit</a:t>
            </a:r>
          </a:p>
          <a:p>
            <a:pPr lvl="1"/>
            <a:r>
              <a:rPr lang="en-US" dirty="0"/>
              <a:t>Lab 11 - Stopwatch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Design of Complex Systems</a:t>
            </a:r>
          </a:p>
          <a:p>
            <a:pPr lvl="1"/>
            <a:r>
              <a:rPr lang="en-US" dirty="0" err="1"/>
              <a:t>Datapath</a:t>
            </a:r>
            <a:r>
              <a:rPr lang="en-US" dirty="0"/>
              <a:t> 		= basic building block	</a:t>
            </a:r>
          </a:p>
          <a:p>
            <a:pPr lvl="1"/>
            <a:r>
              <a:rPr lang="en-US" dirty="0"/>
              <a:t>Finite State Machine	= D flip flops + logic		TBD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84" y="3502692"/>
            <a:ext cx="7143307" cy="212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Measure time down to a 1/10th of a second</a:t>
            </a:r>
          </a:p>
          <a:p>
            <a:r>
              <a:rPr lang="en-US" dirty="0"/>
              <a:t>Three-digit display:</a:t>
            </a:r>
          </a:p>
          <a:p>
            <a:pPr lvl="1"/>
            <a:r>
              <a:rPr lang="en-US" dirty="0"/>
              <a:t>tenths of a second, unit second and tens of seconds</a:t>
            </a:r>
          </a:p>
          <a:p>
            <a:r>
              <a:rPr lang="en-US" dirty="0"/>
              <a:t>Measuring time intervals from 0.1 to 99.9  sec</a:t>
            </a:r>
          </a:p>
          <a:p>
            <a:r>
              <a:rPr lang="en-US" dirty="0"/>
              <a:t>Two buttons S1 and S2 determine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17F13-FA19-D977-D8DD-879536A57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956" y="4305993"/>
            <a:ext cx="4103224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2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Stopwatch States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3561907"/>
            <a:ext cx="10515600" cy="261505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RESET – Reset the internal and displayed time values.</a:t>
            </a:r>
          </a:p>
          <a:p>
            <a:r>
              <a:rPr lang="en-US" dirty="0"/>
              <a:t>STOP – Stop the 10th second timer and hold the displayed time.</a:t>
            </a:r>
          </a:p>
          <a:p>
            <a:r>
              <a:rPr lang="en-US" dirty="0"/>
              <a:t>RUN – Run the 10th second timer and display the stored time.</a:t>
            </a:r>
          </a:p>
          <a:p>
            <a:r>
              <a:rPr lang="en-US" dirty="0"/>
              <a:t>INC – Increment the stored time</a:t>
            </a:r>
          </a:p>
          <a:p>
            <a:r>
              <a:rPr lang="en-US" dirty="0"/>
              <a:t>LAP RUN – Run the 10th second timer and hold the displayed time.</a:t>
            </a:r>
          </a:p>
          <a:p>
            <a:r>
              <a:rPr lang="en-US" dirty="0"/>
              <a:t>LAP INC - Increment the stored time.</a:t>
            </a:r>
          </a:p>
          <a:p>
            <a:r>
              <a:rPr lang="en-US" dirty="0"/>
              <a:t>LAP STOP – Stop the 10</a:t>
            </a:r>
            <a:r>
              <a:rPr lang="en-US" baseline="30000" dirty="0"/>
              <a:t>th</a:t>
            </a:r>
            <a:r>
              <a:rPr lang="en-US" dirty="0"/>
              <a:t>  timer and hold the displayed time.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21FBD6-8B05-1BCC-51B6-252770CC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585" y="1467294"/>
            <a:ext cx="4103224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7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06879" cy="435133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clk</a:t>
            </a:r>
            <a:r>
              <a:rPr lang="en-US" dirty="0"/>
              <a:t> input is 50MHz.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blue</a:t>
            </a:r>
            <a:r>
              <a:rPr lang="en-US" dirty="0"/>
              <a:t> </a:t>
            </a:r>
            <a:r>
              <a:rPr lang="en-US" dirty="0" err="1"/>
              <a:t>cnt</a:t>
            </a:r>
            <a:r>
              <a:rPr lang="en-US" dirty="0"/>
              <a:t>/</a:t>
            </a:r>
            <a:r>
              <a:rPr lang="en-US" dirty="0" err="1"/>
              <a:t>cmp</a:t>
            </a:r>
            <a:r>
              <a:rPr lang="en-US" dirty="0"/>
              <a:t> 1/10th second </a:t>
            </a:r>
          </a:p>
          <a:p>
            <a:r>
              <a:rPr lang="en-US" dirty="0"/>
              <a:t>Three </a:t>
            </a:r>
            <a:r>
              <a:rPr lang="en-US" dirty="0">
                <a:solidFill>
                  <a:srgbClr val="FFFF00"/>
                </a:solidFill>
              </a:rPr>
              <a:t>yellow</a:t>
            </a:r>
            <a:r>
              <a:rPr lang="en-US" dirty="0"/>
              <a:t> mod10 counters are the internal timer</a:t>
            </a:r>
          </a:p>
          <a:p>
            <a:r>
              <a:rPr lang="en-US" dirty="0"/>
              <a:t>The displayed time is held in </a:t>
            </a:r>
            <a:r>
              <a:rPr lang="en-US" dirty="0">
                <a:solidFill>
                  <a:srgbClr val="FF99CC"/>
                </a:solidFill>
              </a:rPr>
              <a:t>pink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tan</a:t>
            </a:r>
            <a:r>
              <a:rPr lang="en-US" dirty="0"/>
              <a:t> multiplexers control what is displayed.</a:t>
            </a:r>
          </a:p>
          <a:p>
            <a:r>
              <a:rPr lang="en-US" dirty="0"/>
              <a:t>Define </a:t>
            </a:r>
            <a:r>
              <a:rPr lang="en-US" dirty="0" err="1"/>
              <a:t>cw</a:t>
            </a:r>
            <a:r>
              <a:rPr lang="en-US" dirty="0"/>
              <a:t> for each state.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709" y="305760"/>
            <a:ext cx="4888254" cy="494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5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135" y="242993"/>
            <a:ext cx="10515600" cy="993036"/>
          </a:xfrm>
        </p:spPr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Control Word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43777"/>
              </p:ext>
            </p:extLst>
          </p:nvPr>
        </p:nvGraphicFramePr>
        <p:xfrm>
          <a:off x="838200" y="1486694"/>
          <a:ext cx="5529580" cy="2514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1385">
                  <a:extLst>
                    <a:ext uri="{9D8B030D-6E8A-4147-A177-3AD203B41FA5}">
                      <a16:colId xmlns:a16="http://schemas.microsoft.com/office/drawing/2014/main" val="1469641362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745074493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1834555704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208039993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918630666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1021461600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cw[5]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2x1 mux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cw[4]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lap register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cw[3]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mod10 reset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cw[2]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mod10 count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cw</a:t>
                      </a:r>
                      <a:r>
                        <a:rPr lang="en-US" sz="1100" dirty="0">
                          <a:effectLst/>
                        </a:rPr>
                        <a:t>[1:0]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timer counter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753953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 = mod10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 = load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 = reset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 = count up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11 = load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1152290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 = register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 = hold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 = hold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 = hold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10 = count up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9756306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01 = not used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13940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00 = hold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735814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RESET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11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508631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STOP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544319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RUN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10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3845428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INC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150169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RUN2LAP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151300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LAP RUN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4065075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LAP INC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528693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LAP STOP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105734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" y="4251960"/>
            <a:ext cx="5577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state    Run internal timer and update displayed time</a:t>
            </a:r>
          </a:p>
          <a:p>
            <a:r>
              <a:rPr lang="en-US" dirty="0"/>
              <a:t>Tan	Mux 		display yellow counter</a:t>
            </a:r>
          </a:p>
          <a:p>
            <a:r>
              <a:rPr lang="en-US" dirty="0"/>
              <a:t>Pink 	Register		load or hold</a:t>
            </a:r>
          </a:p>
          <a:p>
            <a:r>
              <a:rPr lang="en-US" dirty="0"/>
              <a:t>Yellow	Mod10 reset	no reset</a:t>
            </a:r>
          </a:p>
          <a:p>
            <a:r>
              <a:rPr lang="en-US" dirty="0"/>
              <a:t>Yellow	Mod10 counter	hold</a:t>
            </a:r>
          </a:p>
          <a:p>
            <a:r>
              <a:rPr lang="en-US" dirty="0"/>
              <a:t>Blue	Timer counter	Count up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079" y="1006800"/>
            <a:ext cx="4888254" cy="494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simplify the process of setting up the waveforms, you script all the wave adds, assignment of radix and colors using the provided DO file.</a:t>
            </a:r>
          </a:p>
          <a:p>
            <a:r>
              <a:rPr lang="en-US" dirty="0"/>
              <a:t>Download “datapath_tbWaveSetup.do” into the: &lt;</a:t>
            </a:r>
            <a:r>
              <a:rPr lang="en-US" dirty="0" err="1"/>
              <a:t>projectDirectory</a:t>
            </a:r>
            <a:r>
              <a:rPr lang="en-US" dirty="0"/>
              <a:t>&gt;\</a:t>
            </a:r>
            <a:r>
              <a:rPr lang="en-US" dirty="0" err="1"/>
              <a:t>stopWatch</a:t>
            </a:r>
            <a:r>
              <a:rPr lang="en-US" dirty="0"/>
              <a:t>\simulation\</a:t>
            </a:r>
            <a:r>
              <a:rPr lang="en-US" dirty="0" err="1"/>
              <a:t>questa</a:t>
            </a:r>
            <a:r>
              <a:rPr lang="en-US" dirty="0"/>
              <a:t>  </a:t>
            </a:r>
          </a:p>
          <a:p>
            <a:r>
              <a:rPr lang="en-US" dirty="0"/>
              <a:t>Edit datapath_tbWaveSetup.do file using Notepad. </a:t>
            </a:r>
          </a:p>
          <a:p>
            <a:r>
              <a:rPr lang="en-US" dirty="0"/>
              <a:t>In Questa: VSIM 3&gt; do datapath_tbWaveSetup.do </a:t>
            </a:r>
          </a:p>
          <a:p>
            <a:r>
              <a:rPr lang="en-US" dirty="0"/>
              <a:t>You can use the “How to use a do file” document on canvas for help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 synthesis this week</a:t>
            </a:r>
          </a:p>
        </p:txBody>
      </p:sp>
    </p:spTree>
    <p:extLst>
      <p:ext uri="{BB962C8B-B14F-4D97-AF65-F5344CB8AC3E}">
        <p14:creationId xmlns:p14="http://schemas.microsoft.com/office/powerpoint/2010/main" val="8868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Table 1, and Table 2.  </a:t>
            </a:r>
          </a:p>
          <a:p>
            <a:r>
              <a:rPr lang="en-US" dirty="0"/>
              <a:t>Verilog code for the body of the </a:t>
            </a:r>
            <a:r>
              <a:rPr lang="en-US" dirty="0" err="1"/>
              <a:t>datapath</a:t>
            </a:r>
            <a:r>
              <a:rPr lang="en-US" dirty="0"/>
              <a:t> module.</a:t>
            </a:r>
          </a:p>
          <a:p>
            <a:r>
              <a:rPr lang="en-US" dirty="0"/>
              <a:t>Copy of your timing diagram.  Fill horizontal space and use signal color and order given.</a:t>
            </a:r>
          </a:p>
          <a:p>
            <a:r>
              <a:rPr lang="en-US" dirty="0"/>
              <a:t>Demonstrate that your </a:t>
            </a:r>
            <a:r>
              <a:rPr lang="en-US" dirty="0" err="1"/>
              <a:t>datapath</a:t>
            </a:r>
            <a:r>
              <a:rPr lang="en-US" dirty="0"/>
              <a:t> and do file work in Questa.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4" ma:contentTypeDescription="Create a new document." ma:contentTypeScope="" ma:versionID="7cf91cfbbb95f6a96570d60e75c72ffc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c4d2bc7168481ec1b6459602e6b1a3df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5A660C-9BBD-498C-8082-354DBEA17B07}"/>
</file>

<file path=customXml/itemProps2.xml><?xml version="1.0" encoding="utf-8"?>
<ds:datastoreItem xmlns:ds="http://schemas.openxmlformats.org/officeDocument/2006/customXml" ds:itemID="{604A5C6F-2F7F-44EA-9E22-902A574BF8B7}"/>
</file>

<file path=customXml/itemProps3.xml><?xml version="1.0" encoding="utf-8"?>
<ds:datastoreItem xmlns:ds="http://schemas.openxmlformats.org/officeDocument/2006/customXml" ds:itemID="{4CF141B3-273A-4E42-92C0-7989DDC4EC0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4013</TotalTime>
  <Words>628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Gotham</vt:lpstr>
      <vt:lpstr>Gotham Book</vt:lpstr>
      <vt:lpstr>Times New Roman</vt:lpstr>
      <vt:lpstr>Office Theme</vt:lpstr>
      <vt:lpstr>EENG 284 Lab 09</vt:lpstr>
      <vt:lpstr>Lab Objectives</vt:lpstr>
      <vt:lpstr>Theory</vt:lpstr>
      <vt:lpstr>Stopwatch</vt:lpstr>
      <vt:lpstr>Stopwatch States</vt:lpstr>
      <vt:lpstr>Datapath Architecture</vt:lpstr>
      <vt:lpstr>Datapath Control Word</vt:lpstr>
      <vt:lpstr>Simulation</vt:lpstr>
      <vt:lpstr>Synthesis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101</cp:revision>
  <dcterms:created xsi:type="dcterms:W3CDTF">2017-08-01T15:06:47Z</dcterms:created>
  <dcterms:modified xsi:type="dcterms:W3CDTF">2025-11-18T12:28:37Z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