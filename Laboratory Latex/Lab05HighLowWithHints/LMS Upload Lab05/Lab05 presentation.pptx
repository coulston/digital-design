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62" r:id="rId5"/>
    <p:sldId id="538" r:id="rId6"/>
    <p:sldId id="557" r:id="rId7"/>
    <p:sldId id="638" r:id="rId8"/>
    <p:sldId id="593" r:id="rId9"/>
    <p:sldId id="635" r:id="rId10"/>
    <p:sldId id="636" r:id="rId11"/>
    <p:sldId id="62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90960" autoAdjust="0"/>
  </p:normalViewPr>
  <p:slideViewPr>
    <p:cSldViewPr snapToGrid="0" snapToObjects="1">
      <p:cViewPr varScale="1">
        <p:scale>
          <a:sx n="106" d="100"/>
          <a:sy n="106" d="100"/>
        </p:scale>
        <p:origin x="11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C9C-88A3-CA43-B162-DCC4E1E4BE7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FE5E8-0999-F94A-9937-3F8545B1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10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4000-89B6-4F22-834E-B172C4AA57D1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C4D68-66B1-48D6-AAFD-4ABFAB720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the &lt;title of the lab&gt; is what will be called the “System” through the rest of this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7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50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8463" y="696913"/>
            <a:ext cx="6188075" cy="3481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Talk about the input is transformed into the output using the system architecture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85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98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8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8"/>
            <a:ext cx="10356915" cy="58257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5106-BA85-A046-A450-43480962F8F7}"/>
              </a:ext>
            </a:extLst>
          </p:cNvPr>
          <p:cNvSpPr/>
          <p:nvPr userDrawn="1"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20878" y="3287006"/>
            <a:ext cx="911199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7ABF0-DEE6-F34C-98A7-7FC5808DF58A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B3FD82-CB41-C84B-B706-06F09C4B7CF1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Subhead, name or date goes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29AB2-51CA-D34A-933D-348196C30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6"/>
            <a:ext cx="10356915" cy="582576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5400" dirty="0">
                <a:solidFill>
                  <a:schemeClr val="bg1"/>
                </a:solidFill>
              </a:rPr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0832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BC71D-0003-024E-9F29-71C949747F4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15021-AF61-AF4F-9B48-1343FD8CB059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5936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278D-9F84-1645-9C4A-4B5FD9D6895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633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9617-3EE6-934F-B272-92B6163ABCA3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77242-14B3-B24E-8B0C-44E4362EFCB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185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3E08-80AB-B043-979E-87B7A1E7EB2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B57081-B141-9B4E-9482-F401745054E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0EA07-1225-FE4C-917E-74A024F5E428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F1F743-16CE-3043-9E24-77715B0645D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838202" y="5746528"/>
            <a:ext cx="13016751" cy="77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r>
              <a:rPr lang="en-US" sz="4400" b="1" i="0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552941"/>
            <a:ext cx="10356915" cy="58257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“Quote goes here.”</a:t>
            </a:r>
          </a:p>
        </p:txBody>
      </p:sp>
    </p:spTree>
    <p:extLst>
      <p:ext uri="{BB962C8B-B14F-4D97-AF65-F5344CB8AC3E}">
        <p14:creationId xmlns:p14="http://schemas.microsoft.com/office/powerpoint/2010/main" val="22439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5395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16478-27A8-5948-917C-6E6357F4BB0B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30F95D-C0F7-B448-B59E-D27295E0C7A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15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goes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Supporting text goes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F5E0A-84A7-2F4C-A9C5-069A0CC392D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516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9638-9519-5646-BC6C-4C995584BC00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67B4F-5A8F-3845-8B30-98B83A0003A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76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899B-D311-B446-8DBB-7D61E82846C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CB1FB3-2557-BB46-9386-C66D040E875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14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34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/>
                <a:cs typeface="Arial"/>
              </a:rPr>
              <a:t>EENG 284</a:t>
            </a:r>
            <a:br>
              <a:rPr lang="en-US" dirty="0"/>
            </a:br>
            <a:r>
              <a:rPr lang="en-US" dirty="0">
                <a:latin typeface="Arial"/>
                <a:cs typeface="Arial"/>
              </a:rPr>
              <a:t>Lab 05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Guessing Game With Hints</a:t>
            </a:r>
          </a:p>
        </p:txBody>
      </p:sp>
    </p:spTree>
    <p:extLst>
      <p:ext uri="{BB962C8B-B14F-4D97-AF65-F5344CB8AC3E}">
        <p14:creationId xmlns:p14="http://schemas.microsoft.com/office/powerpoint/2010/main" val="20188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1201"/>
          </a:xfrm>
        </p:spPr>
        <p:txBody>
          <a:bodyPr>
            <a:normAutofit/>
          </a:bodyPr>
          <a:lstStyle/>
          <a:p>
            <a:r>
              <a:rPr lang="en-US" dirty="0"/>
              <a:t>Verilog</a:t>
            </a:r>
          </a:p>
          <a:p>
            <a:pPr lvl="1"/>
            <a:r>
              <a:rPr lang="en-US" dirty="0"/>
              <a:t>Using basic building blocks</a:t>
            </a:r>
          </a:p>
          <a:p>
            <a:pPr lvl="2"/>
            <a:r>
              <a:rPr lang="en-US" dirty="0"/>
              <a:t>Adder Subtractor</a:t>
            </a:r>
          </a:p>
          <a:p>
            <a:r>
              <a:rPr lang="en-US" dirty="0"/>
              <a:t>Simulation</a:t>
            </a:r>
          </a:p>
          <a:p>
            <a:r>
              <a:rPr lang="en-US" dirty="0"/>
              <a:t>Synthesis</a:t>
            </a:r>
          </a:p>
        </p:txBody>
      </p:sp>
    </p:spTree>
    <p:extLst>
      <p:ext uri="{BB962C8B-B14F-4D97-AF65-F5344CB8AC3E}">
        <p14:creationId xmlns:p14="http://schemas.microsoft.com/office/powerpoint/2010/main" val="22632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Same game play as last week with a clue</a:t>
            </a:r>
          </a:p>
          <a:p>
            <a:r>
              <a:rPr lang="en-US" dirty="0"/>
              <a:t>The clue gives the “closeness” of the guess</a:t>
            </a:r>
          </a:p>
          <a:p>
            <a:pPr lvl="1"/>
            <a:r>
              <a:rPr lang="en-US" dirty="0"/>
              <a:t>Hot, warm or cold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229EF7-4BCB-4CC2-863E-EEECE6FB143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221" y="3429000"/>
            <a:ext cx="9519557" cy="2545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977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Play – The Clue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sz="2800" dirty="0"/>
              <a:t>Guess that is within </a:t>
            </a:r>
            <a:r>
              <a:rPr lang="en-US" dirty="0"/>
              <a:t>[0-2]</a:t>
            </a:r>
            <a:r>
              <a:rPr lang="en-US" sz="2800" dirty="0"/>
              <a:t> is </a:t>
            </a:r>
            <a:r>
              <a:rPr lang="en-US" sz="2800" dirty="0">
                <a:solidFill>
                  <a:srgbClr val="FF0000"/>
                </a:solidFill>
              </a:rPr>
              <a:t>hot</a:t>
            </a:r>
          </a:p>
          <a:p>
            <a:r>
              <a:rPr lang="en-US" dirty="0"/>
              <a:t>Guess that is between [3-5] is </a:t>
            </a:r>
            <a:r>
              <a:rPr lang="en-US" dirty="0">
                <a:solidFill>
                  <a:srgbClr val="00B050"/>
                </a:solidFill>
              </a:rPr>
              <a:t>warm</a:t>
            </a:r>
          </a:p>
          <a:p>
            <a:r>
              <a:rPr lang="en-US" sz="2800" dirty="0"/>
              <a:t>Guess that is 6 or more away is </a:t>
            </a:r>
            <a:r>
              <a:rPr lang="en-US" sz="2800" dirty="0">
                <a:solidFill>
                  <a:srgbClr val="0070C0"/>
                </a:solidFill>
              </a:rPr>
              <a:t>cold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7A5B98-E63D-1CAD-497C-367E7408420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43990"/>
            <a:ext cx="7454564" cy="22175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5122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0F9B8-3058-427D-893F-61C47973B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637" y="1460654"/>
            <a:ext cx="6353764" cy="443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72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Provided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50135"/>
          </a:xfrm>
        </p:spPr>
        <p:txBody>
          <a:bodyPr>
            <a:normAutofit/>
          </a:bodyPr>
          <a:lstStyle/>
          <a:p>
            <a:r>
              <a:rPr lang="en-US" dirty="0"/>
              <a:t>Adder subtractor</a:t>
            </a:r>
          </a:p>
          <a:p>
            <a:r>
              <a:rPr lang="en-US" dirty="0"/>
              <a:t>Full adder</a:t>
            </a:r>
          </a:p>
          <a:p>
            <a:r>
              <a:rPr lang="en-US" dirty="0" err="1"/>
              <a:t>hotCold</a:t>
            </a:r>
            <a:r>
              <a:rPr lang="en-US" dirty="0"/>
              <a:t> testbench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7050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hiLow</a:t>
            </a:r>
            <a:r>
              <a:rPr lang="en-US" dirty="0"/>
              <a:t>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96895"/>
          </a:xfrm>
        </p:spPr>
        <p:txBody>
          <a:bodyPr>
            <a:normAutofit/>
          </a:bodyPr>
          <a:lstStyle/>
          <a:p>
            <a:r>
              <a:rPr lang="en-US" dirty="0"/>
              <a:t>Glue together</a:t>
            </a:r>
          </a:p>
          <a:p>
            <a:pPr lvl="1"/>
            <a:r>
              <a:rPr lang="en-US" dirty="0"/>
              <a:t>Module instantiations</a:t>
            </a:r>
          </a:p>
          <a:p>
            <a:pPr lvl="2"/>
            <a:r>
              <a:rPr lang="en-US" dirty="0"/>
              <a:t>2 2x1 </a:t>
            </a:r>
            <a:r>
              <a:rPr lang="en-US" dirty="0" err="1"/>
              <a:t>muxes</a:t>
            </a:r>
            <a:endParaRPr lang="en-US" dirty="0"/>
          </a:p>
          <a:p>
            <a:pPr lvl="2"/>
            <a:r>
              <a:rPr lang="en-US" dirty="0"/>
              <a:t>2 comparators</a:t>
            </a:r>
          </a:p>
          <a:p>
            <a:pPr lvl="2"/>
            <a:r>
              <a:rPr lang="en-US" dirty="0"/>
              <a:t>1 adder subtractor (include </a:t>
            </a:r>
            <a:r>
              <a:rPr lang="en-US" dirty="0" err="1"/>
              <a:t>fullAdder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Always/case statements for </a:t>
            </a:r>
            <a:r>
              <a:rPr lang="en-US" dirty="0" err="1"/>
              <a:t>hotWarmCold</a:t>
            </a:r>
            <a:endParaRPr lang="en-US" dirty="0"/>
          </a:p>
          <a:p>
            <a:pPr lvl="1"/>
            <a:r>
              <a:rPr lang="en-US" dirty="0"/>
              <a:t>Discrete logic to transform compare output to hot warm cold signal</a:t>
            </a:r>
          </a:p>
        </p:txBody>
      </p:sp>
    </p:spTree>
    <p:extLst>
      <p:ext uri="{BB962C8B-B14F-4D97-AF65-F5344CB8AC3E}">
        <p14:creationId xmlns:p14="http://schemas.microsoft.com/office/powerpoint/2010/main" val="354658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hotCold_tb</a:t>
            </a:r>
            <a:r>
              <a:rPr lang="en-US" dirty="0"/>
              <a:t> Testbench</a:t>
            </a:r>
          </a:p>
          <a:p>
            <a:r>
              <a:rPr lang="en-US" dirty="0"/>
              <a:t>Working </a:t>
            </a:r>
            <a:r>
              <a:rPr lang="en-US" dirty="0" err="1"/>
              <a:t>hotCold</a:t>
            </a:r>
            <a:r>
              <a:rPr lang="en-US" dirty="0"/>
              <a:t> implementation on Cyclone 5G boards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69E19-766C-4E9F-96A3-1F837B02C6C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9951" y="3034443"/>
            <a:ext cx="10752097" cy="264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7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CA56346D718341AD6F7BE32044DEA3" ma:contentTypeVersion="3" ma:contentTypeDescription="Create a new document." ma:contentTypeScope="" ma:versionID="291df287ff1ec43df0b312dda8e1454e">
  <xsd:schema xmlns:xsd="http://www.w3.org/2001/XMLSchema" xmlns:xs="http://www.w3.org/2001/XMLSchema" xmlns:p="http://schemas.microsoft.com/office/2006/metadata/properties" xmlns:ns2="e54ece5e-ea3e-475a-a07c-9da9db720c35" targetNamespace="http://schemas.microsoft.com/office/2006/metadata/properties" ma:root="true" ma:fieldsID="2af1a4df17c9c95860ef326849b47e11" ns2:_="">
    <xsd:import namespace="e54ece5e-ea3e-475a-a07c-9da9db720c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ece5e-ea3e-475a-a07c-9da9db720c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1550C6-DC6E-4A5E-9402-A2EC382D82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C7D843-D91E-41FB-8D2D-C2BE94CD79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4ece5e-ea3e-475a-a07c-9da9db720c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FDA1C9-CB3D-4314-9E88-5D78EAF6685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3394</TotalTime>
  <Words>198</Words>
  <Application>Microsoft Office PowerPoint</Application>
  <PresentationFormat>Widescreen</PresentationFormat>
  <Paragraphs>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Gotham</vt:lpstr>
      <vt:lpstr>Gotham Book</vt:lpstr>
      <vt:lpstr>Office Theme</vt:lpstr>
      <vt:lpstr>EENG 284 Lab 05</vt:lpstr>
      <vt:lpstr>Lab Objectives</vt:lpstr>
      <vt:lpstr>Game Play</vt:lpstr>
      <vt:lpstr>Game Play – The Clue Example</vt:lpstr>
      <vt:lpstr>System Architecture</vt:lpstr>
      <vt:lpstr>Provided Code</vt:lpstr>
      <vt:lpstr>hiLow Module</vt:lpstr>
      <vt:lpstr>Deliverables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Christopher Coulston</cp:lastModifiedBy>
  <cp:revision>104</cp:revision>
  <dcterms:created xsi:type="dcterms:W3CDTF">2017-08-01T15:06:47Z</dcterms:created>
  <dcterms:modified xsi:type="dcterms:W3CDTF">2026-03-10T01:09:48Z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0x010100B0CA56346D718341AD6F7BE32044DEA3</vt:lpwstr>
  </property>
</Properties>
</file>