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2" r:id="rId2"/>
    <p:sldId id="538" r:id="rId3"/>
    <p:sldId id="557" r:id="rId4"/>
    <p:sldId id="639" r:id="rId5"/>
    <p:sldId id="640" r:id="rId6"/>
    <p:sldId id="638" r:id="rId7"/>
    <p:sldId id="593" r:id="rId8"/>
    <p:sldId id="635" r:id="rId9"/>
    <p:sldId id="636" r:id="rId10"/>
    <p:sldId id="637" r:id="rId11"/>
    <p:sldId id="62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92449" autoAdjust="0"/>
  </p:normalViewPr>
  <p:slideViewPr>
    <p:cSldViewPr snapToGrid="0" snapToObjects="1">
      <p:cViewPr varScale="1">
        <p:scale>
          <a:sx n="88" d="100"/>
          <a:sy n="88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C9C-88A3-CA43-B162-DCC4E1E4BE7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E5E8-0999-F94A-9937-3F8545B1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1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4000-89B6-4F22-834E-B172C4AA57D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C4D68-66B1-48D6-AAFD-4ABFAB720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the &lt;title of the lab&gt; is what will be called the “System” through the rest of this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14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34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5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8463" y="696913"/>
            <a:ext cx="6188075" cy="3481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Talk about the input is transformed into the output using the system architecture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85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98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10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8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8"/>
            <a:ext cx="10356915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20878" y="3287006"/>
            <a:ext cx="9111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6"/>
            <a:ext cx="10356915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5400" dirty="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3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633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838202" y="5746528"/>
            <a:ext cx="13016751" cy="77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4400" b="1" i="0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552941"/>
            <a:ext cx="10356915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2439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5395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516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4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3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EENG 284</a:t>
            </a:r>
            <a:br>
              <a:rPr lang="en-US" dirty="0"/>
            </a:br>
            <a:r>
              <a:rPr lang="en-US" dirty="0"/>
              <a:t>Lab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Cellular Automata</a:t>
            </a:r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/>
          </a:bodyPr>
          <a:lstStyle/>
          <a:p>
            <a:r>
              <a:rPr lang="en-US" dirty="0"/>
              <a:t>Logic</a:t>
            </a:r>
          </a:p>
          <a:p>
            <a:pPr lvl="1"/>
            <a:r>
              <a:rPr lang="en-US" dirty="0"/>
              <a:t>Simple FSM</a:t>
            </a:r>
          </a:p>
          <a:p>
            <a:pPr lvl="1"/>
            <a:r>
              <a:rPr lang="en-US" dirty="0"/>
              <a:t>Cellular automata</a:t>
            </a:r>
          </a:p>
          <a:p>
            <a:r>
              <a:rPr lang="en-US" dirty="0"/>
              <a:t>Verilog</a:t>
            </a:r>
          </a:p>
          <a:p>
            <a:pPr lvl="1"/>
            <a:r>
              <a:rPr lang="en-US" dirty="0"/>
              <a:t>D flip flop</a:t>
            </a:r>
          </a:p>
          <a:p>
            <a:r>
              <a:rPr lang="en-US" dirty="0"/>
              <a:t>Simulation</a:t>
            </a:r>
          </a:p>
          <a:p>
            <a:r>
              <a:rPr lang="en-US" dirty="0"/>
              <a:t>Synthesis</a:t>
            </a:r>
          </a:p>
        </p:txBody>
      </p:sp>
    </p:spTree>
    <p:extLst>
      <p:ext uri="{BB962C8B-B14F-4D97-AF65-F5344CB8AC3E}">
        <p14:creationId xmlns:p14="http://schemas.microsoft.com/office/powerpoint/2010/main" val="2263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sz="2400" dirty="0"/>
              <a:t>Collection of basic processing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Two states, alive (filled = black = 1) and dead (empty = white = 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Models population dynamics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Next state depends on current state and two nearest neighbors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Apply rule to each cell to determine next state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303F95-78B3-4275-B318-FE47BDCAA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535" y="4384431"/>
            <a:ext cx="9226929" cy="160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7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Rules are numbered by the binary code of the next state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example: 8’b01011010 = Rule 90</a:t>
            </a:r>
          </a:p>
          <a:p>
            <a:r>
              <a:rPr lang="en-US" dirty="0"/>
              <a:t>What is next state of cells under Rule 90?</a:t>
            </a:r>
          </a:p>
          <a:p>
            <a:pPr lvl="1"/>
            <a:r>
              <a:rPr lang="en-US" dirty="0"/>
              <a:t>Assume that C7 left connects with C0 right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23FBFC-8EAC-415A-9809-26C430646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911" y="4850976"/>
            <a:ext cx="8465820" cy="1115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D6049A-B3CE-46DC-8863-CF7B9B9A1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2352675"/>
            <a:ext cx="61722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17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90"/>
            <a:ext cx="10515600" cy="3532239"/>
          </a:xfrm>
        </p:spPr>
        <p:txBody>
          <a:bodyPr>
            <a:normAutofit/>
          </a:bodyPr>
          <a:lstStyle/>
          <a:p>
            <a:r>
              <a:rPr lang="en-US" dirty="0"/>
              <a:t>What is next state of cells under Rule 90?</a:t>
            </a:r>
          </a:p>
          <a:p>
            <a:pPr lvl="1"/>
            <a:r>
              <a:rPr lang="en-US" dirty="0"/>
              <a:t>Assume that C7 left connects with C0 right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23FBFC-8EAC-415A-9809-26C430646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36" y="2598541"/>
            <a:ext cx="8949623" cy="11793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D6049A-B3CE-46DC-8863-CF7B9B9A1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267" y="5178042"/>
            <a:ext cx="5710756" cy="995857"/>
          </a:xfrm>
          <a:prstGeom prst="rect">
            <a:avLst/>
          </a:prstGeom>
        </p:spPr>
      </p:pic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5A26F5A8-C479-9AE4-2BB5-6A437C791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651369"/>
              </p:ext>
            </p:extLst>
          </p:nvPr>
        </p:nvGraphicFramePr>
        <p:xfrm>
          <a:off x="1543267" y="3672004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6571774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4581864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0380267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3527078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7704124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223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174341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79920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8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10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871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386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Rule 90 from a single cell</a:t>
            </a:r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7D7B5-E0EA-4DAA-9BC1-0E86F5DF16E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57922" y="2406708"/>
            <a:ext cx="7853468" cy="372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22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0193EB5-2D9B-AAA8-A33E-0065D4827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399" y="1733550"/>
            <a:ext cx="11863079" cy="3370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0172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A75209-D626-8A00-2CD4-494E2CB7E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284" y="1466490"/>
            <a:ext cx="7322607" cy="446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50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singleCell</a:t>
            </a:r>
            <a:r>
              <a:rPr lang="en-US" dirty="0"/>
              <a:t>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AB23E-65A4-4255-9452-D696611AD20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710126" y="1266702"/>
            <a:ext cx="4114800" cy="460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Bouncing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Contacts of a switch physically bounce</a:t>
            </a:r>
          </a:p>
          <a:p>
            <a:r>
              <a:rPr lang="en-US" dirty="0"/>
              <a:t>Solution is to use SR latch</a:t>
            </a:r>
          </a:p>
          <a:p>
            <a:pPr lvl="1"/>
            <a:r>
              <a:rPr lang="en-US" dirty="0" err="1"/>
              <a:t>sClk</a:t>
            </a:r>
            <a:r>
              <a:rPr lang="en-US" dirty="0"/>
              <a:t> button to set input</a:t>
            </a:r>
          </a:p>
          <a:p>
            <a:pPr lvl="1"/>
            <a:r>
              <a:rPr lang="en-US" dirty="0" err="1"/>
              <a:t>rClk</a:t>
            </a:r>
            <a:r>
              <a:rPr lang="en-US" dirty="0"/>
              <a:t> button to reset input</a:t>
            </a:r>
          </a:p>
          <a:p>
            <a:r>
              <a:rPr lang="en-US" dirty="0"/>
              <a:t>If </a:t>
            </a:r>
            <a:r>
              <a:rPr lang="en-US" dirty="0" err="1"/>
              <a:t>sClk</a:t>
            </a:r>
            <a:r>
              <a:rPr lang="en-US" dirty="0"/>
              <a:t> bounces, just sets already set</a:t>
            </a:r>
          </a:p>
          <a:p>
            <a:r>
              <a:rPr lang="en-US" dirty="0"/>
              <a:t>If </a:t>
            </a:r>
            <a:r>
              <a:rPr lang="en-US" dirty="0" err="1"/>
              <a:t>rClk</a:t>
            </a:r>
            <a:r>
              <a:rPr lang="en-US" dirty="0"/>
              <a:t> bounces, just resets already reset</a:t>
            </a:r>
          </a:p>
          <a:p>
            <a:r>
              <a:rPr lang="en-US" dirty="0"/>
              <a:t>Two button presses for 1 </a:t>
            </a:r>
            <a:r>
              <a:rPr lang="en-US" dirty="0" err="1"/>
              <a:t>clk</a:t>
            </a:r>
            <a:r>
              <a:rPr lang="en-US" dirty="0"/>
              <a:t> period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CDB388-B5E2-479A-94C7-7D61A3AA723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385" y="681037"/>
            <a:ext cx="3193415" cy="1633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775" y="2788443"/>
            <a:ext cx="325755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86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cellularAutomata</a:t>
            </a:r>
            <a:r>
              <a:rPr lang="en-US" dirty="0"/>
              <a:t> </a:t>
            </a:r>
            <a:r>
              <a:rPr lang="en-US" dirty="0" err="1"/>
              <a:t>Testbench</a:t>
            </a:r>
            <a:r>
              <a:rPr lang="en-US" dirty="0"/>
              <a:t> (Rule 90 from a single cell)</a:t>
            </a:r>
          </a:p>
          <a:p>
            <a:r>
              <a:rPr lang="en-US" dirty="0"/>
              <a:t>Working </a:t>
            </a:r>
            <a:r>
              <a:rPr lang="en-US" dirty="0" err="1"/>
              <a:t>cellularAutomata</a:t>
            </a:r>
            <a:r>
              <a:rPr lang="en-US" dirty="0"/>
              <a:t> implementation on Cyclone V GX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99" y="3014762"/>
            <a:ext cx="10546078" cy="237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7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A56346D718341AD6F7BE32044DEA3" ma:contentTypeVersion="4" ma:contentTypeDescription="Create a new document." ma:contentTypeScope="" ma:versionID="7cf91cfbbb95f6a96570d60e75c72ffc">
  <xsd:schema xmlns:xsd="http://www.w3.org/2001/XMLSchema" xmlns:xs="http://www.w3.org/2001/XMLSchema" xmlns:p="http://schemas.microsoft.com/office/2006/metadata/properties" xmlns:ns2="e54ece5e-ea3e-475a-a07c-9da9db720c35" targetNamespace="http://schemas.microsoft.com/office/2006/metadata/properties" ma:root="true" ma:fieldsID="c4d2bc7168481ec1b6459602e6b1a3df" ns2:_="">
    <xsd:import namespace="e54ece5e-ea3e-475a-a07c-9da9db720c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ece5e-ea3e-475a-a07c-9da9db720c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A4234E-6EC6-47E4-9AA4-53F7A3702FE0}"/>
</file>

<file path=customXml/itemProps2.xml><?xml version="1.0" encoding="utf-8"?>
<ds:datastoreItem xmlns:ds="http://schemas.openxmlformats.org/officeDocument/2006/customXml" ds:itemID="{FAEA3047-59A9-4918-8FB2-0E0B26D6BB27}"/>
</file>

<file path=customXml/itemProps3.xml><?xml version="1.0" encoding="utf-8"?>
<ds:datastoreItem xmlns:ds="http://schemas.openxmlformats.org/officeDocument/2006/customXml" ds:itemID="{4F3D0404-D777-451A-B6FA-22A57DE9BBE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3315</TotalTime>
  <Words>309</Words>
  <Application>Microsoft Office PowerPoint</Application>
  <PresentationFormat>Widescreen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Gotham</vt:lpstr>
      <vt:lpstr>Gotham Book</vt:lpstr>
      <vt:lpstr>Office Theme</vt:lpstr>
      <vt:lpstr>EENG 284 Lab 7</vt:lpstr>
      <vt:lpstr>Lab Objectives</vt:lpstr>
      <vt:lpstr>Theory</vt:lpstr>
      <vt:lpstr>Theory</vt:lpstr>
      <vt:lpstr>Theory</vt:lpstr>
      <vt:lpstr>Theory</vt:lpstr>
      <vt:lpstr>Operation</vt:lpstr>
      <vt:lpstr>System Architecture</vt:lpstr>
      <vt:lpstr>singleCell module</vt:lpstr>
      <vt:lpstr>Switch Bouncing</vt:lpstr>
      <vt:lpstr>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Prachi Sharma</cp:lastModifiedBy>
  <cp:revision>93</cp:revision>
  <dcterms:created xsi:type="dcterms:W3CDTF">2017-08-01T15:06:47Z</dcterms:created>
  <dcterms:modified xsi:type="dcterms:W3CDTF">2025-11-03T12:50:05Z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0x010100B0CA56346D718341AD6F7BE32044DEA3</vt:lpwstr>
  </property>
</Properties>
</file>